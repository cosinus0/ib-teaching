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4" r:id="rId6"/>
    <p:sldId id="265" r:id="rId7"/>
    <p:sldId id="260" r:id="rId8"/>
    <p:sldId id="261" r:id="rId9"/>
    <p:sldId id="262" r:id="rId10"/>
    <p:sldId id="263" r:id="rId11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CCA2DC2-3327-4A85-A76C-5207830887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DC595F9B-C503-474C-BAF5-07B4A941CF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Klik for at redigere undertiteltypografien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9462C8FF-D10C-473F-9FE7-CEF14BB7B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42941-7680-4951-BEDA-4915D24DB97C}" type="datetimeFigureOut">
              <a:rPr lang="da-DK" smtClean="0"/>
              <a:t>28-01-2020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08909526-BEF6-4351-8148-F5E8C3596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87E0C3A8-418D-415C-BDD7-8497C5ADE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0E7BD9-1334-4489-9D8A-5BE0D2EFB558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0055697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F84C246-49B7-489E-9338-28F5A8D76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765E4B83-7E2A-4FED-8D59-1DB34918CF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Rediger teksttypografien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B67BE1C8-A451-423E-AE04-F6A0A73CD2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42941-7680-4951-BEDA-4915D24DB97C}" type="datetimeFigureOut">
              <a:rPr lang="da-DK" smtClean="0"/>
              <a:t>28-01-2020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3A0FA835-7DC1-43F8-AA2D-E651086EB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6E8715AB-3B25-4CB6-8605-EF8D4BB8C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0E7BD9-1334-4489-9D8A-5BE0D2EFB558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4880849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266BA1D-B414-4882-8C75-F7C5D7FDB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1AB461E5-C892-4354-A4B1-B72E88F345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Rediger teksttypografien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EA975FCE-2BC3-4624-9A29-663406FA83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42941-7680-4951-BEDA-4915D24DB97C}" type="datetimeFigureOut">
              <a:rPr lang="da-DK" smtClean="0"/>
              <a:t>28-01-2020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07313F0C-B34F-4911-BC55-DF5AA7191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0C65E499-3E42-4EAC-9EF8-B217071AC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0E7BD9-1334-4489-9D8A-5BE0D2EFB558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1828741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733B6D1-BD16-434B-98C7-F07943A41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27A7314D-7334-4ADE-8623-9EB247A333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Rediger teksttypografien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375BA9BD-35E4-4260-9874-AC30D4A628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Rediger teksttypografien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E8C269A8-84B3-4584-A6BB-4FBD67899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42941-7680-4951-BEDA-4915D24DB97C}" type="datetimeFigureOut">
              <a:rPr lang="da-DK" smtClean="0"/>
              <a:t>28-01-2020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E14A2F74-70CE-44B9-BCCD-0A298584D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359AC186-7E11-45E2-BF25-9ACCB57FD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0E7BD9-1334-4489-9D8A-5BE0D2EFB558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5974508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89E9A4B-C7C0-41CF-A6C9-D499E3A940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0D2F567F-8A36-44BD-BEC4-66CFB5942F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Rediger teksttypografien i masteren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917222A8-AC2E-4877-B381-C3FFF86A2B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a-DK"/>
              <a:t>Rediger teksttypografien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tekst 4">
            <a:extLst>
              <a:ext uri="{FF2B5EF4-FFF2-40B4-BE49-F238E27FC236}">
                <a16:creationId xmlns:a16="http://schemas.microsoft.com/office/drawing/2014/main" id="{CBCB44AF-7520-4793-8826-806D5C0CEF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Rediger teksttypografien i masteren</a:t>
            </a:r>
          </a:p>
        </p:txBody>
      </p:sp>
      <p:sp>
        <p:nvSpPr>
          <p:cNvPr id="6" name="Pladsholder til indhold 5">
            <a:extLst>
              <a:ext uri="{FF2B5EF4-FFF2-40B4-BE49-F238E27FC236}">
                <a16:creationId xmlns:a16="http://schemas.microsoft.com/office/drawing/2014/main" id="{8F810505-749D-4235-BA5D-2125AB5AB7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a-DK"/>
              <a:t>Rediger teksttypografien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7" name="Pladsholder til dato 6">
            <a:extLst>
              <a:ext uri="{FF2B5EF4-FFF2-40B4-BE49-F238E27FC236}">
                <a16:creationId xmlns:a16="http://schemas.microsoft.com/office/drawing/2014/main" id="{7E543CA7-8B30-4446-8F18-36258B036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42941-7680-4951-BEDA-4915D24DB97C}" type="datetimeFigureOut">
              <a:rPr lang="da-DK" smtClean="0"/>
              <a:t>28-01-2020</a:t>
            </a:fld>
            <a:endParaRPr lang="da-DK"/>
          </a:p>
        </p:txBody>
      </p:sp>
      <p:sp>
        <p:nvSpPr>
          <p:cNvPr id="8" name="Pladsholder til sidefod 7">
            <a:extLst>
              <a:ext uri="{FF2B5EF4-FFF2-40B4-BE49-F238E27FC236}">
                <a16:creationId xmlns:a16="http://schemas.microsoft.com/office/drawing/2014/main" id="{222F1960-8019-4A97-8CD0-C0E0F4BCD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Pladsholder til slidenummer 8">
            <a:extLst>
              <a:ext uri="{FF2B5EF4-FFF2-40B4-BE49-F238E27FC236}">
                <a16:creationId xmlns:a16="http://schemas.microsoft.com/office/drawing/2014/main" id="{7A94BFC2-FC5E-4C2D-BA7B-C37A63798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0E7BD9-1334-4489-9D8A-5BE0D2EFB558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234706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D20C767-D69D-46E4-A038-39D9A5DAB5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48DAFEB2-585A-4BAD-9D0A-D9245844A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42941-7680-4951-BEDA-4915D24DB97C}" type="datetimeFigureOut">
              <a:rPr lang="da-DK" smtClean="0"/>
              <a:t>28-01-2020</a:t>
            </a:fld>
            <a:endParaRPr lang="da-DK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AB446DF7-9021-4817-9C2D-0E0CF95EC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DB0B7CF6-B97D-487C-B3A8-212033FE4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0E7BD9-1334-4489-9D8A-5BE0D2EFB558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3211721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>
            <a:extLst>
              <a:ext uri="{FF2B5EF4-FFF2-40B4-BE49-F238E27FC236}">
                <a16:creationId xmlns:a16="http://schemas.microsoft.com/office/drawing/2014/main" id="{BC330D5B-11DF-4A7E-BE10-C349E3D8A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42941-7680-4951-BEDA-4915D24DB97C}" type="datetimeFigureOut">
              <a:rPr lang="da-DK" smtClean="0"/>
              <a:t>28-01-2020</a:t>
            </a:fld>
            <a:endParaRPr lang="da-DK"/>
          </a:p>
        </p:txBody>
      </p:sp>
      <p:sp>
        <p:nvSpPr>
          <p:cNvPr id="3" name="Pladsholder til sidefod 2">
            <a:extLst>
              <a:ext uri="{FF2B5EF4-FFF2-40B4-BE49-F238E27FC236}">
                <a16:creationId xmlns:a16="http://schemas.microsoft.com/office/drawing/2014/main" id="{8437A0B9-8CF9-4D1C-9CED-581261272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729353CB-961A-47B7-8E74-D26D46FC2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0E7BD9-1334-4489-9D8A-5BE0D2EFB558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2304004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A747CD8-4034-4062-8896-DD53D2C176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E2C1EAB2-235B-40B2-8484-9EFAA26D03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Rediger teksttypografien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BFFAF9A3-6D3B-47BC-ABFC-2DA6DDDE71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Rediger teksttypografien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A8B05DCD-82B6-47BF-9D05-E8EFFDD7B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42941-7680-4951-BEDA-4915D24DB97C}" type="datetimeFigureOut">
              <a:rPr lang="da-DK" smtClean="0"/>
              <a:t>28-01-2020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4A707209-8203-4955-A8FF-3EC546D687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38DEC3B3-7C70-46C9-875F-87F22A18C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0E7BD9-1334-4489-9D8A-5BE0D2EFB558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6069062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1B4C718-21ED-4B52-97B4-2BDB0C220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billede 2">
            <a:extLst>
              <a:ext uri="{FF2B5EF4-FFF2-40B4-BE49-F238E27FC236}">
                <a16:creationId xmlns:a16="http://schemas.microsoft.com/office/drawing/2014/main" id="{D2FD97C7-C666-4104-B585-80ADE2C2F1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C1C0D45C-F977-4609-8FCB-B452538ED4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Rediger teksttypografien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B3D472B9-C867-4AB3-9810-36C14298C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42941-7680-4951-BEDA-4915D24DB97C}" type="datetimeFigureOut">
              <a:rPr lang="da-DK" smtClean="0"/>
              <a:t>28-01-2020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2F0AEBBA-9096-4551-ACE1-19177F2AA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8DB0184F-7EC0-4011-B355-9C4D4DC52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0E7BD9-1334-4489-9D8A-5BE0D2EFB558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5342055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A216E36-A99A-4227-A67E-487BBCA68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2766AEE6-0FCD-418E-944E-8C62F77549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Rediger teksttypografien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3BEE17F1-55F3-4B9E-8962-4F3C0E194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42941-7680-4951-BEDA-4915D24DB97C}" type="datetimeFigureOut">
              <a:rPr lang="da-DK" smtClean="0"/>
              <a:t>28-01-2020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2EE7597F-BF3B-4262-95E3-4B8605B3B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E079B9CB-F5C2-4675-BD22-62A42BFC1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0E7BD9-1334-4489-9D8A-5BE0D2EFB558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2203701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et titel 1">
            <a:extLst>
              <a:ext uri="{FF2B5EF4-FFF2-40B4-BE49-F238E27FC236}">
                <a16:creationId xmlns:a16="http://schemas.microsoft.com/office/drawing/2014/main" id="{8EC8B60E-8977-42F2-9A8D-9E66839803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5E572617-06B8-4398-85C9-6CD519C665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a-DK"/>
              <a:t>Rediger teksttypografien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EF983931-8867-4150-83C8-9145D4789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42941-7680-4951-BEDA-4915D24DB97C}" type="datetimeFigureOut">
              <a:rPr lang="da-DK" smtClean="0"/>
              <a:t>28-01-2020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BA2847BC-9B10-445D-94B6-EBA175BF2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FF716714-8985-4B06-A049-28C1564DE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0E7BD9-1334-4489-9D8A-5BE0D2EFB558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6365525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>
            <a:extLst>
              <a:ext uri="{FF2B5EF4-FFF2-40B4-BE49-F238E27FC236}">
                <a16:creationId xmlns:a16="http://schemas.microsoft.com/office/drawing/2014/main" id="{603A1A44-86A1-48E1-8996-A6FC11BE22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E09FC875-33CE-4C20-937A-058C1CDE00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Rediger teksttypografien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B9DA7F1E-8E90-46B3-88FE-52D08C04A0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042941-7680-4951-BEDA-4915D24DB97C}" type="datetimeFigureOut">
              <a:rPr lang="da-DK" smtClean="0"/>
              <a:t>28-01-2020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67E3336E-E7B8-420A-A63C-4BCE9DC888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F855F9FE-2CA7-4959-8F17-61A6F3C93E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0E7BD9-1334-4489-9D8A-5BE0D2EFB558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3512368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lede 3">
            <a:extLst>
              <a:ext uri="{FF2B5EF4-FFF2-40B4-BE49-F238E27FC236}">
                <a16:creationId xmlns:a16="http://schemas.microsoft.com/office/drawing/2014/main" id="{84F6A88E-EBC9-41E4-881A-5423C8A0A3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37" y="182203"/>
            <a:ext cx="7824247" cy="6493593"/>
          </a:xfrm>
          <a:prstGeom prst="rect">
            <a:avLst/>
          </a:prstGeom>
        </p:spPr>
      </p:pic>
      <p:pic>
        <p:nvPicPr>
          <p:cNvPr id="5" name="Billede 4">
            <a:extLst>
              <a:ext uri="{FF2B5EF4-FFF2-40B4-BE49-F238E27FC236}">
                <a16:creationId xmlns:a16="http://schemas.microsoft.com/office/drawing/2014/main" id="{460FE997-109C-4260-80DD-B20626EF72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3271" y="2839749"/>
            <a:ext cx="4913592" cy="1178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9678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lede 1">
            <a:extLst>
              <a:ext uri="{FF2B5EF4-FFF2-40B4-BE49-F238E27FC236}">
                <a16:creationId xmlns:a16="http://schemas.microsoft.com/office/drawing/2014/main" id="{2B833AEC-098D-491C-BAAA-EA64DE24BA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4829" y="167880"/>
            <a:ext cx="8842342" cy="6522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81512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lede 1">
            <a:extLst>
              <a:ext uri="{FF2B5EF4-FFF2-40B4-BE49-F238E27FC236}">
                <a16:creationId xmlns:a16="http://schemas.microsoft.com/office/drawing/2014/main" id="{2FAD251A-2ABC-4D37-8D58-46C8635215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5804" y="953847"/>
            <a:ext cx="6300391" cy="4950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0216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lede 1">
            <a:extLst>
              <a:ext uri="{FF2B5EF4-FFF2-40B4-BE49-F238E27FC236}">
                <a16:creationId xmlns:a16="http://schemas.microsoft.com/office/drawing/2014/main" id="{2C596E0B-AFAA-4074-BD90-F8B4E4C139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3853" y="648093"/>
            <a:ext cx="9084294" cy="5561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3670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lede 1">
            <a:extLst>
              <a:ext uri="{FF2B5EF4-FFF2-40B4-BE49-F238E27FC236}">
                <a16:creationId xmlns:a16="http://schemas.microsoft.com/office/drawing/2014/main" id="{39A5731E-AB2E-4A31-A0A4-DEADDE712F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645137" cy="4891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1617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lede 1">
            <a:extLst>
              <a:ext uri="{FF2B5EF4-FFF2-40B4-BE49-F238E27FC236}">
                <a16:creationId xmlns:a16="http://schemas.microsoft.com/office/drawing/2014/main" id="{0F651906-2464-401E-B254-3BDD44B52B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-1"/>
            <a:ext cx="7229619" cy="4468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77061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lede 1">
            <a:extLst>
              <a:ext uri="{FF2B5EF4-FFF2-40B4-BE49-F238E27FC236}">
                <a16:creationId xmlns:a16="http://schemas.microsoft.com/office/drawing/2014/main" id="{4C22B5FF-2150-42DF-81F4-15C85B9975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7067" y="1437831"/>
            <a:ext cx="9057865" cy="398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8391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lede 1">
            <a:extLst>
              <a:ext uri="{FF2B5EF4-FFF2-40B4-BE49-F238E27FC236}">
                <a16:creationId xmlns:a16="http://schemas.microsoft.com/office/drawing/2014/main" id="{7FDF8AE1-6E3A-4889-AE3A-E9F7B68966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9085" y="939200"/>
            <a:ext cx="9433829" cy="4979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41096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lede 1">
            <a:extLst>
              <a:ext uri="{FF2B5EF4-FFF2-40B4-BE49-F238E27FC236}">
                <a16:creationId xmlns:a16="http://schemas.microsoft.com/office/drawing/2014/main" id="{DC410C0F-4C13-4EE8-B3E1-6D5DDEF55F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727" y="1020451"/>
            <a:ext cx="10784546" cy="4817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3083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lede 1">
            <a:extLst>
              <a:ext uri="{FF2B5EF4-FFF2-40B4-BE49-F238E27FC236}">
                <a16:creationId xmlns:a16="http://schemas.microsoft.com/office/drawing/2014/main" id="{A62B2B86-B21C-45D0-AB0C-2F4A7750E8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438" y="390272"/>
            <a:ext cx="3302966" cy="3038728"/>
          </a:xfrm>
          <a:prstGeom prst="rect">
            <a:avLst/>
          </a:prstGeom>
        </p:spPr>
      </p:pic>
      <p:pic>
        <p:nvPicPr>
          <p:cNvPr id="3" name="Billede 2">
            <a:extLst>
              <a:ext uri="{FF2B5EF4-FFF2-40B4-BE49-F238E27FC236}">
                <a16:creationId xmlns:a16="http://schemas.microsoft.com/office/drawing/2014/main" id="{865B1F7C-2392-4E52-97F1-780EF50109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9150" y="562696"/>
            <a:ext cx="3302966" cy="2866304"/>
          </a:xfrm>
          <a:prstGeom prst="rect">
            <a:avLst/>
          </a:prstGeom>
        </p:spPr>
      </p:pic>
      <p:pic>
        <p:nvPicPr>
          <p:cNvPr id="4" name="Billede 3">
            <a:extLst>
              <a:ext uri="{FF2B5EF4-FFF2-40B4-BE49-F238E27FC236}">
                <a16:creationId xmlns:a16="http://schemas.microsoft.com/office/drawing/2014/main" id="{2B5E534E-F1BA-45E8-AA0A-4C9ED4CA9E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3294" y="3429000"/>
            <a:ext cx="3302966" cy="2926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45298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3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Office-tema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PowerPoint-præsentation</dc:title>
  <dc:creator>Nathan Hugh Barr</dc:creator>
  <cp:lastModifiedBy>Nathan Hugh Barr</cp:lastModifiedBy>
  <cp:revision>4</cp:revision>
  <dcterms:created xsi:type="dcterms:W3CDTF">2020-01-28T08:14:45Z</dcterms:created>
  <dcterms:modified xsi:type="dcterms:W3CDTF">2020-01-28T08:46:21Z</dcterms:modified>
</cp:coreProperties>
</file>