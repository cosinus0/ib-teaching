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354A97-10CE-4B32-A6C9-98EEDDE51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AE00525-54EA-4D90-81E6-D4CD234FC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9279E1E-FAF0-43E3-B5C6-6DD2393C0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3691CF1-FD6D-4C5E-8120-4CF46091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B45E3C5-CB80-475B-A360-580E5610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9788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664E-5C17-4EF3-B5DF-EEADFA04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B06C51A-EE62-411A-8C50-8EEA62116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7008597-5358-429C-BFE0-B61C463D0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21C2403-AB16-4614-85D7-FD969C7D3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0713A1C-3775-42D3-88F5-9903BB08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4138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3267DC-9F50-4EA8-81A5-E30CEF8F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4E14EE5-7553-4DAF-8EF7-37B5300AB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CAB601C-FFA0-4DA3-BD4A-E6090D6F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13C235A-00DE-4836-9DB8-611D1F97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8F2BED7-477E-42E7-8CF1-B779DE9C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43866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B1FC3-4C55-4B1E-AD05-81ACA61C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D2EFC1-4EFD-4853-A68A-993833A17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7F1EDC4-55E2-44FB-BFF4-53E4F3E0F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37DA55C-EA6D-48F2-AB03-E89649E7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FF88151-1D97-4D71-8D52-BBF090BC2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6C5A1D3-EED9-4267-B603-395DDB70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054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06A6D-B939-469E-A3C0-99E612CEE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CE17A14-DF32-406B-8215-0842459B1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40BF4AF-B7CE-45CD-9A12-60B4C5F98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1D79FC0-C1A8-4F2F-82B8-C69B3904B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FEDD83AC-7C27-4950-9165-11B7905AAB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6FB5A308-C215-4CBA-93A6-20491E5B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53CF57A7-E247-45F4-B367-2BFA22C1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8E2C47C-0EF7-42D5-A5D9-51D62DCF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201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BE13DC-88C9-4DEF-A201-BF811001E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2D65DB3-4F36-4CE5-AF08-FE2AA1F5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F7F45C2-21D2-431D-B369-C05317E7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695CCD5-481D-4517-934D-397858A1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929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40BF1FE0-A07D-4B01-93F5-A51F4DD77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634C3703-CD9D-4D24-B9A8-48FA7BBF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AD8ACF0-211E-4EC4-9AC7-B84EFF5F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324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12C4A0-05AA-4FA0-B739-0FCBCF5A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45028A9-3D59-434D-8635-D303E44F0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948F3A2-4687-42EF-A43D-4C1F35509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3AB6E06-98F8-4B02-AE0E-EE4C0A90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BD55F4F-7446-429F-9D3C-7BAEA3F8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839022B-E94D-4E76-A52E-B15A11EC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272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91843-90FB-40E9-ACBD-8E2729444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58CDDB6F-C920-468B-99E4-E76541F93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F3F25B1-C403-46B9-A5C6-D74B72A30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215A9F3-9484-4844-9FF0-5DA1EDA4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1C1BC7D-CC51-4BDE-80B1-627DBC1C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B9C26C7-A268-417A-832A-9078540D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678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414ED-D666-4B7A-8A03-E6492D79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A17B331A-651B-4901-A754-D31DD3CA2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672747C-56C2-47E6-B0D6-E71C0743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6B07E05-7CBB-4FE6-8D89-07C97968E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BAAE4AD-1653-4018-81E3-A2072F198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334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CFCEC19-4773-4A90-BA79-4863F7FE1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98B8CC3-D616-44DA-8F88-D77A62836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ED7C4C8-9D1C-48E6-A956-351E9064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F0FCCB2-0E1E-48D0-BC92-B47864F4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67F80D3-7393-41A1-B845-B6F0ED47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550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26AA98F-7F6B-4E49-816C-E20F2469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2F887F4-8369-4098-A0FC-BFA75FABF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E0775A8-B18E-49EC-94E6-6FEC1684D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5545C-23A9-4E9C-801A-C283734F6677}" type="datetimeFigureOut">
              <a:rPr lang="da-DK" smtClean="0"/>
              <a:t>07-01-2020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0982A5B-5861-4611-8922-702094686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825260C-467A-4878-8610-7268F7458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D6E52-EDC7-4C86-BD52-1C9DBB4FCC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1244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>
            <a:extLst>
              <a:ext uri="{FF2B5EF4-FFF2-40B4-BE49-F238E27FC236}">
                <a16:creationId xmlns:a16="http://schemas.microsoft.com/office/drawing/2014/main" id="{338E20CF-8DDE-429C-882C-EA9623E8B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95" y="1341696"/>
            <a:ext cx="10710610" cy="417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1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6CF6B57A-6636-470F-837A-37B6BD597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82" y="1298542"/>
            <a:ext cx="11591035" cy="426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92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CF838BE4-C156-46DD-B342-D60DEB403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90" y="1835870"/>
            <a:ext cx="11523820" cy="318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72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>
            <a:extLst>
              <a:ext uri="{FF2B5EF4-FFF2-40B4-BE49-F238E27FC236}">
                <a16:creationId xmlns:a16="http://schemas.microsoft.com/office/drawing/2014/main" id="{F410B89C-9352-4CE6-BD6E-D76D73C10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16" y="1677972"/>
            <a:ext cx="11734297" cy="350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76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Office-tema</vt:lpstr>
      <vt:lpstr>PowerPoint-præsentation</vt:lpstr>
      <vt:lpstr>PowerPoint-præsentation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Nathan Hugh Barr</dc:creator>
  <cp:lastModifiedBy>Nathan Hugh Barr</cp:lastModifiedBy>
  <cp:revision>2</cp:revision>
  <dcterms:created xsi:type="dcterms:W3CDTF">2020-01-07T06:31:53Z</dcterms:created>
  <dcterms:modified xsi:type="dcterms:W3CDTF">2020-01-07T06:46:26Z</dcterms:modified>
</cp:coreProperties>
</file>